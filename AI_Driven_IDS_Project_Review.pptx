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2" r:id="rId7"/>
    <p:sldId id="264" r:id="rId8"/>
    <p:sldId id="266" r:id="rId9"/>
    <p:sldId id="265"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18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900240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97820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671702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29250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995133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321091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750087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49211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235850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249357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51364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650077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667872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377136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97588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651319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053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2/5/2026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862006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70" y="2185416"/>
            <a:ext cx="6343672" cy="2057400"/>
          </a:xfrm>
        </p:spPr>
        <p:txBody>
          <a:bodyPr>
            <a:noAutofit/>
          </a:bodyPr>
          <a:lstStyle/>
          <a:p>
            <a:pPr algn="just"/>
            <a:r>
              <a:rPr dirty="0" smtClean="0">
                <a:solidFill>
                  <a:schemeClr val="tx1"/>
                </a:solidFill>
              </a:rPr>
              <a:t>AI Driven IDS for Smart Homes using Edge Computing </a:t>
            </a:r>
            <a:r>
              <a:rPr lang="en-GB" dirty="0" smtClean="0">
                <a:solidFill>
                  <a:schemeClr val="tx1"/>
                </a:solidFill>
              </a:rPr>
              <a:t>&amp; Federated- Ensemble Learning Algorithm</a:t>
            </a:r>
            <a:endParaRPr dirty="0">
              <a:solidFill>
                <a:schemeClr val="tx1"/>
              </a:solidFill>
            </a:endParaRPr>
          </a:p>
        </p:txBody>
      </p:sp>
      <p:sp>
        <p:nvSpPr>
          <p:cNvPr id="3" name="Content Placeholder 2"/>
          <p:cNvSpPr>
            <a:spLocks noGrp="1"/>
          </p:cNvSpPr>
          <p:nvPr>
            <p:ph idx="1"/>
          </p:nvPr>
        </p:nvSpPr>
        <p:spPr>
          <a:xfrm>
            <a:off x="3392424" y="4745736"/>
            <a:ext cx="5513832" cy="1783080"/>
          </a:xfrm>
        </p:spPr>
        <p:txBody>
          <a:bodyPr>
            <a:normAutofit/>
          </a:bodyPr>
          <a:lstStyle/>
          <a:p>
            <a:endParaRPr dirty="0"/>
          </a:p>
          <a:p>
            <a:r>
              <a:rPr dirty="0"/>
              <a:t>Presented By: Joshua </a:t>
            </a:r>
            <a:r>
              <a:rPr dirty="0" err="1"/>
              <a:t>Suriyan</a:t>
            </a:r>
            <a:r>
              <a:rPr dirty="0"/>
              <a:t> N</a:t>
            </a:r>
          </a:p>
          <a:p>
            <a:r>
              <a:rPr dirty="0"/>
              <a:t>Department of </a:t>
            </a:r>
            <a:r>
              <a:rPr dirty="0" smtClean="0"/>
              <a:t>C</a:t>
            </a:r>
            <a:r>
              <a:rPr lang="en-GB" dirty="0" err="1" smtClean="0"/>
              <a:t>omputer</a:t>
            </a:r>
            <a:r>
              <a:rPr lang="en-GB" dirty="0" smtClean="0"/>
              <a:t> Science &amp;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r>
              <a:rPr lang="en-GB" dirty="0"/>
              <a:t>Smart homes are increasingly vulnerable to cyber-attacks due to the rapid growth of interconnected </a:t>
            </a:r>
            <a:r>
              <a:rPr lang="en-GB" dirty="0" err="1"/>
              <a:t>IoT</a:t>
            </a:r>
            <a:r>
              <a:rPr lang="en-GB" dirty="0"/>
              <a:t> devices. </a:t>
            </a:r>
            <a:endParaRPr lang="en-GB" dirty="0" smtClean="0"/>
          </a:p>
          <a:p>
            <a:r>
              <a:rPr lang="en-GB" dirty="0" smtClean="0"/>
              <a:t>Traditional </a:t>
            </a:r>
            <a:r>
              <a:rPr lang="en-GB" dirty="0"/>
              <a:t>centralized intrusion detection systems suffer from privacy risks, scalability issues, and high communication overhead. </a:t>
            </a:r>
            <a:endParaRPr lang="en-GB" dirty="0" smtClean="0"/>
          </a:p>
          <a:p>
            <a:r>
              <a:rPr lang="en-GB" dirty="0" smtClean="0"/>
              <a:t>To </a:t>
            </a:r>
            <a:r>
              <a:rPr lang="en-GB" dirty="0"/>
              <a:t>address these challenges, this project proposes an AI-driven IDS that combines edge computing with federated and ensemble learning techniques.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normAutofit/>
          </a:bodyPr>
          <a:lstStyle/>
          <a:p>
            <a:endParaRPr/>
          </a:p>
          <a:p>
            <a:r>
              <a:t>Centralized IDS systems have latency and privacy risks</a:t>
            </a:r>
          </a:p>
          <a:p>
            <a:r>
              <a:t>Smart home devices are highly vulnerable to attacks</a:t>
            </a:r>
          </a:p>
          <a:p>
            <a:r>
              <a:t>Cloud-based detection requires higher bandwidth</a:t>
            </a:r>
          </a:p>
          <a:p>
            <a:r>
              <a:t>Difficulty identifying advanced IoT-specific attacks</a:t>
            </a:r>
          </a:p>
          <a:p>
            <a:r>
              <a:t>Need for real‑time, distributed, privacy‑preserving IDS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normAutofit/>
          </a:bodyPr>
          <a:lstStyle/>
          <a:p>
            <a:r>
              <a:rPr lang="en-GB" sz="2400" dirty="0"/>
              <a:t>The main objectives of this project are to detect </a:t>
            </a:r>
            <a:r>
              <a:rPr lang="en-GB" sz="2400" dirty="0" err="1"/>
              <a:t>IoT</a:t>
            </a:r>
            <a:r>
              <a:rPr lang="en-GB" sz="2400" dirty="0"/>
              <a:t>-based cyber-attacks with accuracy greater than 90%, preserve user data privacy through federated learning, reduce latency using edge-based processing, and improve robustness through ensemble learning across multiple </a:t>
            </a:r>
            <a:r>
              <a:rPr lang="en-GB" sz="2400" dirty="0" err="1"/>
              <a:t>IoT</a:t>
            </a:r>
            <a:r>
              <a:rPr lang="en-GB" sz="2400" dirty="0"/>
              <a:t> datasets</a:t>
            </a:r>
            <a:r>
              <a:rPr lang="en-GB" dirty="0"/>
              <a: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Dataset Used</a:t>
            </a:r>
            <a:endParaRPr dirty="0"/>
          </a:p>
        </p:txBody>
      </p:sp>
      <p:sp>
        <p:nvSpPr>
          <p:cNvPr id="3" name="Content Placeholder 2"/>
          <p:cNvSpPr>
            <a:spLocks noGrp="1"/>
          </p:cNvSpPr>
          <p:nvPr>
            <p:ph idx="1"/>
          </p:nvPr>
        </p:nvSpPr>
        <p:spPr/>
        <p:txBody>
          <a:bodyPr>
            <a:normAutofit/>
          </a:bodyPr>
          <a:lstStyle/>
          <a:p>
            <a:r>
              <a:rPr lang="en-IN" dirty="0"/>
              <a:t>The proposed system is evaluated using four benchmark </a:t>
            </a:r>
            <a:r>
              <a:rPr lang="en-IN" dirty="0" err="1"/>
              <a:t>IoT</a:t>
            </a:r>
            <a:r>
              <a:rPr lang="en-IN" dirty="0"/>
              <a:t> intrusion detection datasets: </a:t>
            </a:r>
            <a:endParaRPr lang="en-IN" dirty="0" smtClean="0"/>
          </a:p>
          <a:p>
            <a:r>
              <a:rPr lang="en-IN" dirty="0" smtClean="0"/>
              <a:t>CIC-IoT-2023</a:t>
            </a:r>
          </a:p>
          <a:p>
            <a:r>
              <a:rPr lang="en-IN" dirty="0" smtClean="0"/>
              <a:t>TON-</a:t>
            </a:r>
            <a:r>
              <a:rPr lang="en-IN" dirty="0" err="1" smtClean="0"/>
              <a:t>IoT</a:t>
            </a:r>
            <a:r>
              <a:rPr lang="en-IN" dirty="0" smtClean="0"/>
              <a:t> </a:t>
            </a:r>
          </a:p>
          <a:p>
            <a:r>
              <a:rPr lang="en-IN" dirty="0" smtClean="0"/>
              <a:t>IoT-23, </a:t>
            </a:r>
          </a:p>
          <a:p>
            <a:r>
              <a:rPr lang="en-IN" dirty="0" err="1" smtClean="0"/>
              <a:t>BoT-IoT</a:t>
            </a:r>
            <a:r>
              <a:rPr lang="en-IN" dirty="0"/>
              <a:t>. </a:t>
            </a:r>
            <a:endParaRPr lang="en-IN" dirty="0" smtClean="0"/>
          </a:p>
          <a:p>
            <a:r>
              <a:rPr lang="en-IN" dirty="0" smtClean="0"/>
              <a:t>These </a:t>
            </a:r>
            <a:r>
              <a:rPr lang="en-IN" dirty="0"/>
              <a:t>datasets contain diverse attack types and realistic network traffic, enabling comprehensive evaluation of the IDS under heterogeneous attack scenarios.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 / Workflow</a:t>
            </a:r>
          </a:p>
        </p:txBody>
      </p:sp>
      <p:sp>
        <p:nvSpPr>
          <p:cNvPr id="5" name="Rectangle 2"/>
          <p:cNvSpPr>
            <a:spLocks noGrp="1" noChangeArrowheads="1"/>
          </p:cNvSpPr>
          <p:nvPr>
            <p:ph idx="1"/>
          </p:nvPr>
        </p:nvSpPr>
        <p:spPr bwMode="auto">
          <a:xfrm>
            <a:off x="100584" y="2285814"/>
            <a:ext cx="677570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FontTx/>
              <a:buChar char="•"/>
            </a:pPr>
            <a:r>
              <a:rPr lang="en-GB" sz="2000" dirty="0"/>
              <a:t>The IDS is implemented using a modular architecture where each edge client locally trains machine learning models and shares only model parameters with the server</a:t>
            </a:r>
            <a:r>
              <a:rPr lang="en-GB" sz="2000" dirty="0" smtClean="0"/>
              <a:t>.</a:t>
            </a:r>
          </a:p>
          <a:p>
            <a:pPr marL="0" lvl="0" indent="0" defTabSz="914400" eaLnBrk="0" fontAlgn="base" hangingPunct="0">
              <a:spcBef>
                <a:spcPct val="0"/>
              </a:spcBef>
              <a:spcAft>
                <a:spcPct val="0"/>
              </a:spcAft>
              <a:buClrTx/>
              <a:buSzTx/>
              <a:buFontTx/>
              <a:buChar char="•"/>
            </a:pPr>
            <a:endParaRPr lang="en-GB" sz="2000" dirty="0"/>
          </a:p>
          <a:p>
            <a:pPr marL="0" lvl="0" indent="0" defTabSz="914400" eaLnBrk="0" fontAlgn="base" hangingPunct="0">
              <a:spcBef>
                <a:spcPct val="0"/>
              </a:spcBef>
              <a:spcAft>
                <a:spcPct val="0"/>
              </a:spcAft>
              <a:buClrTx/>
              <a:buSzTx/>
              <a:buNone/>
            </a:pPr>
            <a:endParaRPr lang="en-GB" sz="2000" dirty="0" smtClean="0"/>
          </a:p>
          <a:p>
            <a:pPr marL="0" lvl="0" indent="0" defTabSz="914400" eaLnBrk="0" fontAlgn="base" hangingPunct="0">
              <a:spcBef>
                <a:spcPct val="0"/>
              </a:spcBef>
              <a:spcAft>
                <a:spcPct val="0"/>
              </a:spcAft>
              <a:buClrTx/>
              <a:buSzTx/>
              <a:buFontTx/>
              <a:buChar char="•"/>
            </a:pPr>
            <a:r>
              <a:rPr lang="en-GB" sz="2000" dirty="0" smtClean="0"/>
              <a:t> </a:t>
            </a:r>
            <a:r>
              <a:rPr lang="en-GB" sz="2000" dirty="0"/>
              <a:t>Federated and ensemble learning techniques are integrated to detect intrusions efficiently while preventing the exposure of sensitive smart home data.</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pic>
        <p:nvPicPr>
          <p:cNvPr id="1027" name="Picture 3" descr="ChatGPT Image Nov 9, 2025, 10_41_59 P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4264" y="2139696"/>
            <a:ext cx="2459736" cy="4507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Testing</a:t>
            </a:r>
            <a:endParaRPr dirty="0"/>
          </a:p>
        </p:txBody>
      </p:sp>
      <p:sp>
        <p:nvSpPr>
          <p:cNvPr id="3" name="Content Placeholder 2"/>
          <p:cNvSpPr>
            <a:spLocks noGrp="1"/>
          </p:cNvSpPr>
          <p:nvPr>
            <p:ph idx="1"/>
          </p:nvPr>
        </p:nvSpPr>
        <p:spPr>
          <a:xfrm>
            <a:off x="457200" y="2267712"/>
            <a:ext cx="8229600" cy="4398264"/>
          </a:xfrm>
        </p:spPr>
        <p:txBody>
          <a:bodyPr>
            <a:normAutofit/>
          </a:bodyPr>
          <a:lstStyle/>
          <a:p>
            <a:r>
              <a:rPr lang="en-GB" dirty="0"/>
              <a:t>The system is validated using functional testing to ensure correct attack detection, integration testing to verify module interaction, performance testing to measure accuracy and latency, security testing to evaluate data privacy, and user acceptance testing to confirm system reliability in smart home scenarios</a:t>
            </a:r>
            <a:r>
              <a:rPr lang="en-GB" dirty="0" smtClean="0"/>
              <a:t>.</a:t>
            </a:r>
          </a:p>
          <a:p>
            <a:r>
              <a:rPr lang="en-GB" b="1" dirty="0"/>
              <a:t>Functional and Integration Testing: </a:t>
            </a:r>
            <a:r>
              <a:rPr lang="en-GB" dirty="0"/>
              <a:t>The system is tested to verify correct </a:t>
            </a:r>
            <a:r>
              <a:rPr lang="en-GB" dirty="0" err="1"/>
              <a:t>preprocessing</a:t>
            </a:r>
            <a:r>
              <a:rPr lang="en-GB" dirty="0"/>
              <a:t>, federated model training, ensemble-based prediction, and seamless interaction between edge nodes and the aggregation server</a:t>
            </a:r>
            <a:r>
              <a:rPr lang="en-GB" dirty="0" smtClean="0"/>
              <a:t>.</a:t>
            </a:r>
          </a:p>
          <a:p>
            <a:r>
              <a:rPr lang="en-GB" b="1" dirty="0" smtClean="0"/>
              <a:t>Performance </a:t>
            </a:r>
            <a:r>
              <a:rPr lang="en-GB" b="1" dirty="0"/>
              <a:t>and Security Testing</a:t>
            </a:r>
            <a:r>
              <a:rPr lang="en-GB" dirty="0"/>
              <a:t>: The IDS is evaluated using accuracy, precision, recall, F1-score, ROC-AUC, and attack detection count, while ensuring data privacy and secure model parameter exchange in the federated environment.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Results &amp; Discussions</a:t>
            </a:r>
            <a:endParaRPr lang="en-IN" dirty="0"/>
          </a:p>
        </p:txBody>
      </p:sp>
      <p:sp>
        <p:nvSpPr>
          <p:cNvPr id="3" name="Content Placeholder 2"/>
          <p:cNvSpPr>
            <a:spLocks noGrp="1"/>
          </p:cNvSpPr>
          <p:nvPr>
            <p:ph idx="1"/>
          </p:nvPr>
        </p:nvSpPr>
        <p:spPr/>
        <p:txBody>
          <a:bodyPr/>
          <a:lstStyle/>
          <a:p>
            <a:r>
              <a:rPr lang="en-GB" dirty="0"/>
              <a:t>Experimental results demonstrate that the proposed federated-ensemble IDS achieves detection accuracy exceeding 90% across all datasets. </a:t>
            </a:r>
            <a:endParaRPr lang="en-GB" dirty="0" smtClean="0"/>
          </a:p>
          <a:p>
            <a:r>
              <a:rPr lang="en-GB" dirty="0" smtClean="0"/>
              <a:t>Among </a:t>
            </a:r>
            <a:r>
              <a:rPr lang="en-GB" dirty="0"/>
              <a:t>them, the </a:t>
            </a:r>
            <a:r>
              <a:rPr lang="en-GB" dirty="0" err="1"/>
              <a:t>BoT-IoT</a:t>
            </a:r>
            <a:r>
              <a:rPr lang="en-GB" dirty="0"/>
              <a:t> dataset shows the highest number of attacks detected, indicating its effectiveness in evaluating intrusion detection performance. </a:t>
            </a:r>
            <a:endParaRPr lang="en-GB" dirty="0" smtClean="0"/>
          </a:p>
          <a:p>
            <a:r>
              <a:rPr lang="en-GB" dirty="0" smtClean="0"/>
              <a:t>ROC-AUC </a:t>
            </a:r>
            <a:r>
              <a:rPr lang="en-GB" dirty="0"/>
              <a:t>scores and confusion matrices further confirm strong classification reliability.</a:t>
            </a:r>
            <a:endParaRPr lang="en-IN" dirty="0"/>
          </a:p>
        </p:txBody>
      </p:sp>
    </p:spTree>
    <p:extLst>
      <p:ext uri="{BB962C8B-B14F-4D97-AF65-F5344CB8AC3E}">
        <p14:creationId xmlns:p14="http://schemas.microsoft.com/office/powerpoint/2010/main" val="4204640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normAutofit/>
          </a:bodyPr>
          <a:lstStyle/>
          <a:p>
            <a:r>
              <a:rPr lang="en-GB" dirty="0"/>
              <a:t>The proposed AI-driven IDS successfully combines edge computing, federated learning, and ensemble learning to provide accurate, privacy-preserving intrusion detection for smart homes. </a:t>
            </a:r>
            <a:endParaRPr lang="en-GB" dirty="0" smtClean="0"/>
          </a:p>
          <a:p>
            <a:r>
              <a:rPr lang="en-GB" dirty="0" smtClean="0"/>
              <a:t>Future </a:t>
            </a:r>
            <a:r>
              <a:rPr lang="en-GB" dirty="0"/>
              <a:t>work can extend this system by incorporating real-time deployment, deep learning models, </a:t>
            </a:r>
            <a:r>
              <a:rPr lang="en-GB" dirty="0" err="1"/>
              <a:t>blockchain</a:t>
            </a:r>
            <a:r>
              <a:rPr lang="en-GB" dirty="0"/>
              <a:t>-based security, and adaptive learning for zero-day attack detection.</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41</TotalTime>
  <Words>489</Words>
  <Application>Microsoft Office PowerPoint</Application>
  <PresentationFormat>On-screen Show (4:3)</PresentationFormat>
  <Paragraphs>40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 Boardroom</vt:lpstr>
      <vt:lpstr>AI Driven IDS for Smart Homes using Edge Computing &amp; Federated- Ensemble Learning Algorithm</vt:lpstr>
      <vt:lpstr>Introduction</vt:lpstr>
      <vt:lpstr>Problem Statement</vt:lpstr>
      <vt:lpstr>Objectives</vt:lpstr>
      <vt:lpstr>Dataset Used</vt:lpstr>
      <vt:lpstr>Methodology / Workflow</vt:lpstr>
      <vt:lpstr>Testing</vt:lpstr>
      <vt:lpstr>Results &amp; Discussions</vt:lpstr>
      <vt:lpstr>Conclusion &amp; Future Scope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Driven IDS for Smart Homes using Edge Computing on Jetson Nano</dc:title>
  <dc:subject/>
  <dc:creator>JOSHUA</dc:creator>
  <cp:keywords/>
  <dc:description>generated using python-pptx</dc:description>
  <cp:lastModifiedBy>JOSHUA</cp:lastModifiedBy>
  <cp:revision>7</cp:revision>
  <dcterms:created xsi:type="dcterms:W3CDTF">2013-01-27T09:14:16Z</dcterms:created>
  <dcterms:modified xsi:type="dcterms:W3CDTF">2026-02-05T18:10:33Z</dcterms:modified>
  <cp:category/>
</cp:coreProperties>
</file>